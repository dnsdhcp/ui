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3" r:id="rId1"/>
  </p:sldMasterIdLst>
  <p:notesMasterIdLst>
    <p:notesMasterId r:id="rId5"/>
  </p:notesMasterIdLst>
  <p:sldIdLst>
    <p:sldId id="310" r:id="rId2"/>
    <p:sldId id="307" r:id="rId3"/>
    <p:sldId id="30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6843"/>
    <a:srgbClr val="BD8E62"/>
    <a:srgbClr val="EAD6BD"/>
    <a:srgbClr val="FAF2DF"/>
    <a:srgbClr val="1B5B90"/>
    <a:srgbClr val="3996D8"/>
    <a:srgbClr val="333333"/>
    <a:srgbClr val="666666"/>
    <a:srgbClr val="FFFFFF"/>
    <a:srgbClr val="F9C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01"/>
    <p:restoredTop sz="96271"/>
  </p:normalViewPr>
  <p:slideViewPr>
    <p:cSldViewPr snapToGrid="0" snapToObjects="1">
      <p:cViewPr varScale="1">
        <p:scale>
          <a:sx n="115" d="100"/>
          <a:sy n="115" d="100"/>
        </p:scale>
        <p:origin x="40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6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25E8C-10CA-6C43-8B12-E9FD1108AEC6}" type="datetimeFigureOut">
              <a:rPr kumimoji="1" lang="zh-TW" altLang="en-US" smtClean="0"/>
              <a:t>2020/4/21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6310D-2AF2-AD4E-8A3F-24A37DA19F2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82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主題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0" y="2666992"/>
            <a:ext cx="12192000" cy="1809765"/>
          </a:xfrm>
          <a:prstGeom prst="rect">
            <a:avLst/>
          </a:prstGeom>
          <a:solidFill>
            <a:srgbClr val="93CDDD">
              <a:alpha val="85000"/>
            </a:srgbClr>
          </a:solidFill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>
              <a:defRPr sz="4267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xfrm>
            <a:off x="11249621" y="6369639"/>
            <a:ext cx="332779" cy="338550"/>
          </a:xfrm>
          <a:prstGeom prst="rect">
            <a:avLst/>
          </a:prstGeom>
          <a:noFill/>
        </p:spPr>
        <p:txBody>
          <a:bodyPr/>
          <a:lstStyle>
            <a:lvl1pPr algn="r">
              <a:defRPr sz="16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628264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副標_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/>
          </p:cNvSpPr>
          <p:nvPr>
            <p:ph type="title"/>
          </p:nvPr>
        </p:nvSpPr>
        <p:spPr>
          <a:xfrm>
            <a:off x="0" y="4572007"/>
            <a:ext cx="4762493" cy="1619264"/>
          </a:xfrm>
          <a:prstGeom prst="rect">
            <a:avLst/>
          </a:prstGeom>
          <a:solidFill>
            <a:srgbClr val="558ED5">
              <a:alpha val="85000"/>
            </a:srgbClr>
          </a:solidFill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>
              <a:defRPr sz="4267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28" name="Shape 28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79524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目錄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body" sz="half" idx="1"/>
          </p:nvPr>
        </p:nvSpPr>
        <p:spPr>
          <a:xfrm>
            <a:off x="3428981" y="3048000"/>
            <a:ext cx="5429291" cy="3810000"/>
          </a:xfrm>
          <a:prstGeom prst="rect">
            <a:avLst/>
          </a:prstGeom>
        </p:spPr>
        <p:txBody>
          <a:bodyPr/>
          <a:lstStyle>
            <a:lvl1pPr marL="685783" indent="-685783">
              <a:spcBef>
                <a:spcPts val="800"/>
              </a:spcBef>
              <a:buFontTx/>
              <a:buBlip>
                <a:blip r:embed="rId3"/>
              </a:buBlip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990575" indent="-380990">
              <a:spcBef>
                <a:spcPts val="800"/>
              </a:spcBef>
              <a:buFontTx/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574761" indent="-355591">
              <a:spcBef>
                <a:spcPts val="800"/>
              </a:spcBef>
              <a:buFontTx/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255461" indent="-426707">
              <a:spcBef>
                <a:spcPts val="800"/>
              </a:spcBef>
              <a:buFontTx/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865046" indent="-426707">
              <a:spcBef>
                <a:spcPts val="800"/>
              </a:spcBef>
              <a:buFontTx/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6" name="Shape 36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294319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內頁_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C3D69B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53" name="Shape 53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5091439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4" name="Shape 54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29639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內頁_3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558ED5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5063241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16671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放程式碼的_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body" sz="half" idx="1"/>
          </p:nvPr>
        </p:nvSpPr>
        <p:spPr>
          <a:xfrm>
            <a:off x="1047712" y="1904987"/>
            <a:ext cx="6096048" cy="4095772"/>
          </a:xfrm>
          <a:prstGeom prst="rect">
            <a:avLst/>
          </a:prstGeom>
          <a:solidFill>
            <a:srgbClr val="000000"/>
          </a:solidFill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SzTx/>
              <a:buFontTx/>
              <a:buNone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990575" indent="-380990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523962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33547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43131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93CDDD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72" name="Shape 72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0880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放程式碼的_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/>
          </p:cNvSpPr>
          <p:nvPr>
            <p:ph type="body" sz="half" idx="1"/>
          </p:nvPr>
        </p:nvSpPr>
        <p:spPr>
          <a:xfrm>
            <a:off x="1047712" y="1904987"/>
            <a:ext cx="6096048" cy="4095772"/>
          </a:xfrm>
          <a:prstGeom prst="rect">
            <a:avLst/>
          </a:prstGeom>
          <a:solidFill>
            <a:srgbClr val="000000"/>
          </a:solidFill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SzTx/>
              <a:buFontTx/>
              <a:buNone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990575" indent="-380990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523962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33547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43131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0" name="Shape 80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C3D69B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81" name="Shape 81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69108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放程式碼的_3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body" sz="half" idx="1"/>
          </p:nvPr>
        </p:nvSpPr>
        <p:spPr>
          <a:xfrm>
            <a:off x="1047712" y="1904987"/>
            <a:ext cx="6096048" cy="4095772"/>
          </a:xfrm>
          <a:prstGeom prst="rect">
            <a:avLst/>
          </a:prstGeom>
          <a:solidFill>
            <a:srgbClr val="000000"/>
          </a:solidFill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SzTx/>
              <a:buFontTx/>
              <a:buNone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990575" indent="-380990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523962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33547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43131" indent="-304792">
              <a:lnSpc>
                <a:spcPct val="120000"/>
              </a:lnSpc>
              <a:spcBef>
                <a:spcPts val="533"/>
              </a:spcBef>
              <a:buFontTx/>
              <a:defRPr sz="24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9" name="Shape 89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558ED5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195847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投影片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/>
          </p:cNvSpPr>
          <p:nvPr>
            <p:ph type="title"/>
          </p:nvPr>
        </p:nvSpPr>
        <p:spPr>
          <a:xfrm>
            <a:off x="914400" y="1844677"/>
            <a:ext cx="10363200" cy="2041524"/>
          </a:xfrm>
          <a:prstGeom prst="rect">
            <a:avLst/>
          </a:prstGeom>
        </p:spPr>
        <p:txBody>
          <a:bodyPr/>
          <a:lstStyle>
            <a:lvl1pPr>
              <a:defRPr sz="5867"/>
            </a:lvl1pPr>
          </a:lstStyle>
          <a:p>
            <a:r>
              <a:t>大標題文字</a:t>
            </a:r>
          </a:p>
        </p:txBody>
      </p:sp>
      <p:sp>
        <p:nvSpPr>
          <p:cNvPr id="106" name="Shape 106"/>
          <p:cNvSpPr>
            <a:spLocks noGrp="1"/>
          </p:cNvSpPr>
          <p:nvPr>
            <p:ph type="body" sz="half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 sz="4267">
                <a:solidFill>
                  <a:srgbClr val="888888"/>
                </a:solidFill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07" name="Shape 107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08723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內頁_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93CDDD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115" name="Shape 115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5049521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16" name="Shape 116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66828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內頁_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/>
          </p:cNvSpPr>
          <p:nvPr>
            <p:ph type="title"/>
          </p:nvPr>
        </p:nvSpPr>
        <p:spPr>
          <a:xfrm>
            <a:off x="1" y="1"/>
            <a:ext cx="5145601" cy="1428713"/>
          </a:xfrm>
          <a:prstGeom prst="rect">
            <a:avLst/>
          </a:prstGeom>
          <a:solidFill>
            <a:srgbClr val="C3D69B"/>
          </a:solidFill>
        </p:spPr>
        <p:txBody>
          <a:bodyPr/>
          <a:lstStyle>
            <a:lvl1pPr>
              <a:defRPr sz="3733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124" name="Shape 12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5039067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25" name="Shape 125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55207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133" name="Shape 13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4" name="Shape 13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58072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內頁_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-2" y="-2"/>
            <a:ext cx="5145603" cy="1428715"/>
          </a:xfrm>
          <a:prstGeom prst="rect">
            <a:avLst/>
          </a:prstGeom>
          <a:solidFill>
            <a:srgbClr val="93CDDD"/>
          </a:solidFill>
        </p:spPr>
        <p:txBody>
          <a:bodyPr/>
          <a:lstStyle>
            <a:lvl1pPr>
              <a:defRPr sz="3467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r>
              <a:t>大標題文字</a:t>
            </a:r>
          </a:p>
        </p:txBody>
      </p:sp>
      <p:sp>
        <p:nvSpPr>
          <p:cNvPr id="142" name="Shape 14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10972801" cy="5104307"/>
          </a:xfrm>
          <a:prstGeom prst="rect">
            <a:avLst/>
          </a:prstGeom>
        </p:spPr>
        <p:txBody>
          <a:bodyPr anchor="ctr"/>
          <a:lstStyle>
            <a:lvl1pPr marL="457189" indent="-457189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1038198" indent="-428613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2pPr>
            <a:lvl3pPr marL="1447764" indent="-228594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3pPr>
            <a:lvl4pPr marL="2103065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4pPr>
            <a:lvl5pPr marL="2712650" indent="-274310">
              <a:lnSpc>
                <a:spcPct val="120000"/>
              </a:lnSpc>
              <a:spcBef>
                <a:spcPts val="533"/>
              </a:spcBef>
              <a:buFontTx/>
              <a:buBlip>
                <a:blip r:embed="rId3"/>
              </a:buBlip>
              <a:defRPr sz="2400">
                <a:latin typeface="微軟正黑體"/>
                <a:ea typeface="微軟正黑體"/>
                <a:cs typeface="微軟正黑體"/>
                <a:sym typeface="微軟正黑體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43" name="Shape 143"/>
          <p:cNvSpPr>
            <a:spLocks noGrp="1"/>
          </p:cNvSpPr>
          <p:nvPr>
            <p:ph type="sldNum" sz="quarter" idx="2"/>
          </p:nvPr>
        </p:nvSpPr>
        <p:spPr>
          <a:xfrm>
            <a:off x="11416011" y="6369639"/>
            <a:ext cx="332779" cy="338550"/>
          </a:xfrm>
          <a:prstGeom prst="rect">
            <a:avLst/>
          </a:prstGeom>
          <a:ln w="3175"/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414486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大標題文字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1" cy="452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1388654" y="6342489"/>
            <a:ext cx="387493" cy="392852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ctr">
              <a:def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hangingPunct="0"/>
            <a:fld id="{86CB4B4D-7CA3-9044-876B-883B54F8677D}" type="slidenum">
              <a:rPr kern="0"/>
              <a:pPr hangingPunct="0"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51136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6" r:id="rId2"/>
    <p:sldLayoutId id="2147483687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ransition spd="med"/>
  <p:txStyles>
    <p:titleStyle>
      <a:lvl1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121917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28613" marR="0" indent="-428613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1017788" marR="0" indent="-408203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600160" marR="0" indent="-380990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285943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895528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»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3505112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4114697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4724282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5333867" marR="0" indent="-457189" algn="l" defTabSz="121917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121917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67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508297" y="5764211"/>
            <a:ext cx="27398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 smtClean="0"/>
              <a:t>Dessert Shop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Web Design</a:t>
            </a:r>
            <a:endParaRPr lang="zh-TW" altLang="en-US" sz="2000" dirty="0"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783" y="4326758"/>
            <a:ext cx="4828878" cy="193155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401169" y="6352298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dirty="0" smtClean="0">
                <a:latin typeface="Microsoft JhengHei" charset="-120"/>
                <a:ea typeface="Microsoft JhengHei" charset="-120"/>
                <a:cs typeface="Microsoft JhengHei" charset="-120"/>
              </a:rPr>
              <a:t>張哲瑋</a:t>
            </a:r>
            <a:endParaRPr lang="zh-TW" altLang="en-US" sz="2000" dirty="0"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74451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21" y="0"/>
            <a:ext cx="5339532" cy="6858000"/>
          </a:xfrm>
          <a:prstGeom prst="rect">
            <a:avLst/>
          </a:prstGeom>
        </p:spPr>
      </p:pic>
      <p:sp>
        <p:nvSpPr>
          <p:cNvPr id="7" name="Shape 702"/>
          <p:cNvSpPr txBox="1">
            <a:spLocks/>
          </p:cNvSpPr>
          <p:nvPr/>
        </p:nvSpPr>
        <p:spPr>
          <a:xfrm>
            <a:off x="-14521" y="1"/>
            <a:ext cx="5339532" cy="498764"/>
          </a:xfrm>
          <a:prstGeom prst="rect">
            <a:avLst/>
          </a:prstGeom>
          <a:solidFill>
            <a:srgbClr val="FFFC00">
              <a:alpha val="52157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85000" lnSpcReduction="20000"/>
          </a:bodyPr>
          <a:lstStyle>
            <a:lvl1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33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kern="0" dirty="0"/>
          </a:p>
        </p:txBody>
      </p:sp>
      <p:sp>
        <p:nvSpPr>
          <p:cNvPr id="9" name="Shape 702"/>
          <p:cNvSpPr txBox="1">
            <a:spLocks/>
          </p:cNvSpPr>
          <p:nvPr/>
        </p:nvSpPr>
        <p:spPr>
          <a:xfrm>
            <a:off x="-14521" y="6367322"/>
            <a:ext cx="5325011" cy="490678"/>
          </a:xfrm>
          <a:prstGeom prst="rect">
            <a:avLst/>
          </a:prstGeom>
          <a:solidFill>
            <a:srgbClr val="FFFC00">
              <a:alpha val="52157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85000" lnSpcReduction="20000"/>
          </a:bodyPr>
          <a:lstStyle>
            <a:lvl1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33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kern="0" dirty="0"/>
          </a:p>
        </p:txBody>
      </p:sp>
      <p:sp>
        <p:nvSpPr>
          <p:cNvPr id="11" name="Shape 702"/>
          <p:cNvSpPr txBox="1">
            <a:spLocks/>
          </p:cNvSpPr>
          <p:nvPr/>
        </p:nvSpPr>
        <p:spPr>
          <a:xfrm>
            <a:off x="191356" y="3364790"/>
            <a:ext cx="4974518" cy="2808633"/>
          </a:xfrm>
          <a:prstGeom prst="rect">
            <a:avLst/>
          </a:prstGeom>
          <a:solidFill>
            <a:schemeClr val="accent2">
              <a:lumMod val="60000"/>
              <a:lumOff val="40000"/>
              <a:alpha val="52157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33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kern="0" dirty="0"/>
          </a:p>
        </p:txBody>
      </p:sp>
      <p:sp>
        <p:nvSpPr>
          <p:cNvPr id="12" name="矩形 11"/>
          <p:cNvSpPr/>
          <p:nvPr/>
        </p:nvSpPr>
        <p:spPr>
          <a:xfrm>
            <a:off x="5558732" y="104581"/>
            <a:ext cx="762574" cy="2577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主導覽列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cxnSp>
        <p:nvCxnSpPr>
          <p:cNvPr id="15" name="直線接點 14"/>
          <p:cNvCxnSpPr/>
          <p:nvPr/>
        </p:nvCxnSpPr>
        <p:spPr>
          <a:xfrm flipH="1">
            <a:off x="5165874" y="233445"/>
            <a:ext cx="418111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round/>
            <a:tail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矩形 19"/>
          <p:cNvSpPr/>
          <p:nvPr/>
        </p:nvSpPr>
        <p:spPr>
          <a:xfrm>
            <a:off x="5583985" y="6561220"/>
            <a:ext cx="762574" cy="2577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功能導覽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cxnSp>
        <p:nvCxnSpPr>
          <p:cNvPr id="21" name="直線接點 20"/>
          <p:cNvCxnSpPr/>
          <p:nvPr/>
        </p:nvCxnSpPr>
        <p:spPr>
          <a:xfrm flipH="1">
            <a:off x="5191127" y="6690084"/>
            <a:ext cx="418111" cy="0"/>
          </a:xfrm>
          <a:prstGeom prst="line">
            <a:avLst/>
          </a:prstGeom>
          <a:noFill/>
          <a:ln w="19050" cap="flat">
            <a:solidFill>
              <a:srgbClr val="3671A2"/>
            </a:solidFill>
            <a:prstDash val="solid"/>
            <a:round/>
            <a:tail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2" name="群組 21"/>
          <p:cNvGrpSpPr/>
          <p:nvPr/>
        </p:nvGrpSpPr>
        <p:grpSpPr>
          <a:xfrm>
            <a:off x="290497" y="50308"/>
            <a:ext cx="255220" cy="255220"/>
            <a:chOff x="5401577" y="2754198"/>
            <a:chExt cx="255220" cy="255220"/>
          </a:xfrm>
        </p:grpSpPr>
        <p:sp>
          <p:nvSpPr>
            <p:cNvPr id="23" name="橢圓 22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1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8702270" y="1269709"/>
            <a:ext cx="255220" cy="255220"/>
            <a:chOff x="5401577" y="2754198"/>
            <a:chExt cx="255220" cy="255220"/>
          </a:xfrm>
        </p:grpSpPr>
        <p:sp>
          <p:nvSpPr>
            <p:cNvPr id="26" name="橢圓 25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1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5538116" y="1794450"/>
            <a:ext cx="1787669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主打商品形象廣告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cxnSp>
        <p:nvCxnSpPr>
          <p:cNvPr id="29" name="直線接點 28"/>
          <p:cNvCxnSpPr/>
          <p:nvPr/>
        </p:nvCxnSpPr>
        <p:spPr>
          <a:xfrm flipH="1">
            <a:off x="4453190" y="1959509"/>
            <a:ext cx="1140323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round/>
            <a:tail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Shape 702"/>
          <p:cNvSpPr txBox="1">
            <a:spLocks/>
          </p:cNvSpPr>
          <p:nvPr/>
        </p:nvSpPr>
        <p:spPr>
          <a:xfrm>
            <a:off x="191356" y="690943"/>
            <a:ext cx="4914044" cy="2543056"/>
          </a:xfrm>
          <a:prstGeom prst="rect">
            <a:avLst/>
          </a:prstGeom>
          <a:solidFill>
            <a:srgbClr val="FF9300">
              <a:alpha val="58039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33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軟正黑體"/>
                <a:ea typeface="微軟正黑體"/>
                <a:cs typeface="微軟正黑體"/>
                <a:sym typeface="微軟正黑體"/>
              </a:defRPr>
            </a:lvl1pPr>
            <a:lvl2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121917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kern="0" dirty="0"/>
          </a:p>
        </p:txBody>
      </p:sp>
      <p:sp>
        <p:nvSpPr>
          <p:cNvPr id="34" name="矩形 33"/>
          <p:cNvSpPr/>
          <p:nvPr/>
        </p:nvSpPr>
        <p:spPr>
          <a:xfrm>
            <a:off x="5558732" y="4795393"/>
            <a:ext cx="1587294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新品發表及介紹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cxnSp>
        <p:nvCxnSpPr>
          <p:cNvPr id="35" name="直線接點 34"/>
          <p:cNvCxnSpPr/>
          <p:nvPr/>
        </p:nvCxnSpPr>
        <p:spPr>
          <a:xfrm flipH="1">
            <a:off x="4443663" y="4962041"/>
            <a:ext cx="1140323" cy="0"/>
          </a:xfrm>
          <a:prstGeom prst="line">
            <a:avLst/>
          </a:prstGeom>
          <a:noFill/>
          <a:ln w="19050" cap="flat">
            <a:solidFill>
              <a:schemeClr val="tx1"/>
            </a:solidFill>
            <a:prstDash val="solid"/>
            <a:round/>
            <a:tail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矩形 35"/>
          <p:cNvSpPr/>
          <p:nvPr/>
        </p:nvSpPr>
        <p:spPr>
          <a:xfrm>
            <a:off x="8963946" y="1212537"/>
            <a:ext cx="1155060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品牌</a:t>
            </a:r>
            <a:r>
              <a:rPr lang="en-US" altLang="zh-TW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LOGO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grpSp>
        <p:nvGrpSpPr>
          <p:cNvPr id="37" name="群組 36"/>
          <p:cNvGrpSpPr/>
          <p:nvPr/>
        </p:nvGrpSpPr>
        <p:grpSpPr>
          <a:xfrm>
            <a:off x="3924034" y="6485051"/>
            <a:ext cx="255220" cy="255220"/>
            <a:chOff x="5401577" y="2754198"/>
            <a:chExt cx="255220" cy="255220"/>
          </a:xfrm>
        </p:grpSpPr>
        <p:sp>
          <p:nvSpPr>
            <p:cNvPr id="38" name="橢圓 37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4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sp>
        <p:nvSpPr>
          <p:cNvPr id="40" name="矩形 39"/>
          <p:cNvSpPr/>
          <p:nvPr/>
        </p:nvSpPr>
        <p:spPr>
          <a:xfrm>
            <a:off x="8963946" y="2159518"/>
            <a:ext cx="986167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聯絡資訊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grpSp>
        <p:nvGrpSpPr>
          <p:cNvPr id="41" name="群組 40"/>
          <p:cNvGrpSpPr/>
          <p:nvPr/>
        </p:nvGrpSpPr>
        <p:grpSpPr>
          <a:xfrm>
            <a:off x="321642" y="2352022"/>
            <a:ext cx="255220" cy="255220"/>
            <a:chOff x="5401577" y="2754198"/>
            <a:chExt cx="255220" cy="255220"/>
          </a:xfrm>
        </p:grpSpPr>
        <p:sp>
          <p:nvSpPr>
            <p:cNvPr id="42" name="橢圓 41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2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8705498" y="1710917"/>
            <a:ext cx="255220" cy="255220"/>
            <a:chOff x="5401577" y="2754198"/>
            <a:chExt cx="255220" cy="255220"/>
          </a:xfrm>
        </p:grpSpPr>
        <p:sp>
          <p:nvSpPr>
            <p:cNvPr id="45" name="橢圓 44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2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8708726" y="2187024"/>
            <a:ext cx="255220" cy="255220"/>
            <a:chOff x="5401577" y="2754198"/>
            <a:chExt cx="255220" cy="255220"/>
          </a:xfrm>
        </p:grpSpPr>
        <p:sp>
          <p:nvSpPr>
            <p:cNvPr id="48" name="橢圓 47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3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sp>
        <p:nvSpPr>
          <p:cNvPr id="50" name="矩形 49"/>
          <p:cNvSpPr/>
          <p:nvPr/>
        </p:nvSpPr>
        <p:spPr>
          <a:xfrm>
            <a:off x="8963946" y="1661138"/>
            <a:ext cx="1501117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功能代表</a:t>
            </a:r>
            <a:r>
              <a:rPr lang="en-US" altLang="zh-TW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ICON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963946" y="2548550"/>
            <a:ext cx="1386918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社群網站連結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grpSp>
        <p:nvGrpSpPr>
          <p:cNvPr id="60" name="群組 59"/>
          <p:cNvGrpSpPr/>
          <p:nvPr/>
        </p:nvGrpSpPr>
        <p:grpSpPr>
          <a:xfrm>
            <a:off x="8708726" y="2586091"/>
            <a:ext cx="255220" cy="255220"/>
            <a:chOff x="5401577" y="2754198"/>
            <a:chExt cx="255220" cy="255220"/>
          </a:xfrm>
        </p:grpSpPr>
        <p:sp>
          <p:nvSpPr>
            <p:cNvPr id="61" name="橢圓 60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4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2339383" y="6484389"/>
            <a:ext cx="255220" cy="255220"/>
            <a:chOff x="5401577" y="2754198"/>
            <a:chExt cx="255220" cy="255220"/>
          </a:xfrm>
        </p:grpSpPr>
        <p:sp>
          <p:nvSpPr>
            <p:cNvPr id="64" name="橢圓 63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3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6916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6077466" y="343448"/>
            <a:ext cx="585417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色彩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25074" y="1543757"/>
            <a:ext cx="4054550" cy="81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利用</a:t>
            </a:r>
            <a:r>
              <a:rPr lang="en-US" altLang="zh-TW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3</a:t>
            </a:r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種不同麵包顏色來營造置身於烘焙坊的感覺，並帶起嗅覺感官，坐在螢幕前彷彿就能聞到麵包香。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113477" y="3825591"/>
            <a:ext cx="986167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66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視覺回饋</a:t>
            </a:r>
          </a:p>
        </p:txBody>
      </p:sp>
      <p:sp>
        <p:nvSpPr>
          <p:cNvPr id="24" name="矩形 23"/>
          <p:cNvSpPr/>
          <p:nvPr/>
        </p:nvSpPr>
        <p:spPr>
          <a:xfrm>
            <a:off x="10225126" y="4303334"/>
            <a:ext cx="855250" cy="3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LOGO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225126" y="4781078"/>
            <a:ext cx="699615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ICON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225126" y="3825591"/>
            <a:ext cx="855250" cy="3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566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  <a:sym typeface="微軟正黑體"/>
              </a:rPr>
              <a:t>字型</a:t>
            </a:r>
            <a:endParaRPr lang="zh-TW" altLang="en-US" sz="1566" dirty="0">
              <a:solidFill>
                <a:srgbClr val="000000"/>
              </a:solidFill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grpSp>
        <p:nvGrpSpPr>
          <p:cNvPr id="27" name="群組 26"/>
          <p:cNvGrpSpPr/>
          <p:nvPr/>
        </p:nvGrpSpPr>
        <p:grpSpPr>
          <a:xfrm>
            <a:off x="5819313" y="382486"/>
            <a:ext cx="255220" cy="255220"/>
            <a:chOff x="5401577" y="2754198"/>
            <a:chExt cx="255220" cy="255220"/>
          </a:xfrm>
        </p:grpSpPr>
        <p:sp>
          <p:nvSpPr>
            <p:cNvPr id="28" name="橢圓 27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1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5872906" y="3863967"/>
            <a:ext cx="255220" cy="255220"/>
            <a:chOff x="5401577" y="2754198"/>
            <a:chExt cx="255220" cy="255220"/>
          </a:xfrm>
        </p:grpSpPr>
        <p:sp>
          <p:nvSpPr>
            <p:cNvPr id="31" name="橢圓 30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2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9945116" y="3864629"/>
            <a:ext cx="255220" cy="255220"/>
            <a:chOff x="5401577" y="2754198"/>
            <a:chExt cx="255220" cy="255220"/>
          </a:xfrm>
        </p:grpSpPr>
        <p:sp>
          <p:nvSpPr>
            <p:cNvPr id="34" name="橢圓 33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3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9945116" y="4336607"/>
            <a:ext cx="255220" cy="255220"/>
            <a:chOff x="5401577" y="2754198"/>
            <a:chExt cx="255220" cy="255220"/>
          </a:xfrm>
        </p:grpSpPr>
        <p:sp>
          <p:nvSpPr>
            <p:cNvPr id="37" name="橢圓 36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4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9945116" y="4808584"/>
            <a:ext cx="255220" cy="255220"/>
            <a:chOff x="5401577" y="2754198"/>
            <a:chExt cx="255220" cy="255220"/>
          </a:xfrm>
        </p:grpSpPr>
        <p:sp>
          <p:nvSpPr>
            <p:cNvPr id="40" name="橢圓 39"/>
            <p:cNvSpPr/>
            <p:nvPr/>
          </p:nvSpPr>
          <p:spPr>
            <a:xfrm>
              <a:off x="5401577" y="2754198"/>
              <a:ext cx="255220" cy="255220"/>
            </a:xfrm>
            <a:prstGeom prst="ellipse">
              <a:avLst/>
            </a:prstGeom>
            <a:solidFill>
              <a:schemeClr val="tx1"/>
            </a:solidFill>
            <a:ln w="25400" cap="flat">
              <a:noFill/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5401577" y="2777924"/>
              <a:ext cx="25199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900" dirty="0" smtClean="0">
                  <a:solidFill>
                    <a:schemeClr val="bg1"/>
                  </a:solidFill>
                  <a:latin typeface="微軟正黑體"/>
                  <a:ea typeface="微軟正黑體"/>
                  <a:cs typeface="微軟正黑體"/>
                  <a:sym typeface="微軟正黑體"/>
                </a:rPr>
                <a:t>5</a:t>
              </a:r>
              <a:endParaRPr lang="zh-TW" altLang="en-US" sz="9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  <a:sym typeface="微軟正黑體"/>
              </a:endParaRPr>
            </a:p>
          </p:txBody>
        </p:sp>
      </p:grp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7" y="0"/>
            <a:ext cx="5339532" cy="6858000"/>
          </a:xfrm>
          <a:prstGeom prst="rect">
            <a:avLst/>
          </a:prstGeom>
        </p:spPr>
      </p:pic>
      <p:grpSp>
        <p:nvGrpSpPr>
          <p:cNvPr id="45" name="群組 44"/>
          <p:cNvGrpSpPr/>
          <p:nvPr/>
        </p:nvGrpSpPr>
        <p:grpSpPr>
          <a:xfrm>
            <a:off x="6588586" y="4336607"/>
            <a:ext cx="2272976" cy="1700412"/>
            <a:chOff x="6675392" y="4421352"/>
            <a:chExt cx="2272976" cy="1700412"/>
          </a:xfrm>
        </p:grpSpPr>
        <p:sp>
          <p:nvSpPr>
            <p:cNvPr id="46" name="圓角矩形 45"/>
            <p:cNvSpPr/>
            <p:nvPr/>
          </p:nvSpPr>
          <p:spPr>
            <a:xfrm>
              <a:off x="6675392" y="5094191"/>
              <a:ext cx="1270130" cy="425670"/>
            </a:xfrm>
            <a:prstGeom prst="roundRect">
              <a:avLst>
                <a:gd name="adj" fmla="val 13982"/>
              </a:avLst>
            </a:prstGeom>
            <a:solidFill>
              <a:srgbClr val="BD8E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47" name="文字方塊 5"/>
            <p:cNvSpPr txBox="1"/>
            <p:nvPr/>
          </p:nvSpPr>
          <p:spPr>
            <a:xfrm>
              <a:off x="6696012" y="5168526"/>
              <a:ext cx="122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sz="1200" b="1" dirty="0" smtClean="0">
                  <a:solidFill>
                    <a:schemeClr val="bg1"/>
                  </a:solidFill>
                </a:rPr>
                <a:t>READ MORE</a:t>
              </a:r>
              <a:endParaRPr lang="zh-TW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8107079" y="5153136"/>
              <a:ext cx="8208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b-NO" altLang="zh-TW" sz="1400">
                  <a:latin typeface="Microsoft JhengHei" charset="-120"/>
                  <a:ea typeface="Microsoft JhengHei" charset="-120"/>
                  <a:cs typeface="Microsoft JhengHei" charset="-120"/>
                </a:rPr>
                <a:t>Normal</a:t>
              </a:r>
              <a:endParaRPr lang="zh-TW" altLang="en-US" sz="1400" dirty="0"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8107079" y="4440321"/>
              <a:ext cx="693331" cy="307777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b-NO" altLang="zh-TW" sz="1400" dirty="0">
                  <a:latin typeface="Microsoft JhengHei" charset="-120"/>
                  <a:ea typeface="Microsoft JhengHei" charset="-120"/>
                  <a:cs typeface="Microsoft JhengHei" charset="-120"/>
                </a:rPr>
                <a:t>Hover</a:t>
              </a:r>
              <a:endParaRPr lang="zh-TW" altLang="en-US" sz="1400" dirty="0"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8112177" y="5755322"/>
              <a:ext cx="836191" cy="307777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nb-NO" altLang="zh-TW" sz="1400">
                  <a:latin typeface="Microsoft JhengHei" charset="-120"/>
                  <a:ea typeface="Microsoft JhengHei" charset="-120"/>
                  <a:cs typeface="Microsoft JhengHei" charset="-120"/>
                </a:rPr>
                <a:t>Pressed</a:t>
              </a:r>
              <a:endParaRPr lang="zh-TW" altLang="en-US" sz="1400" dirty="0"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52" name="圓角矩形 51"/>
            <p:cNvSpPr/>
            <p:nvPr/>
          </p:nvSpPr>
          <p:spPr>
            <a:xfrm>
              <a:off x="6675392" y="5696094"/>
              <a:ext cx="1270130" cy="425670"/>
            </a:xfrm>
            <a:prstGeom prst="roundRect">
              <a:avLst>
                <a:gd name="adj" fmla="val 13982"/>
              </a:avLst>
            </a:prstGeom>
            <a:solidFill>
              <a:srgbClr val="A468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53" name="文字方塊 11"/>
            <p:cNvSpPr txBox="1"/>
            <p:nvPr/>
          </p:nvSpPr>
          <p:spPr>
            <a:xfrm>
              <a:off x="6696012" y="5770429"/>
              <a:ext cx="122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sz="1200" b="1" dirty="0" smtClean="0">
                  <a:solidFill>
                    <a:schemeClr val="bg1"/>
                  </a:solidFill>
                </a:rPr>
                <a:t>READ MORE</a:t>
              </a:r>
              <a:endParaRPr lang="zh-TW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54" name="圓角矩形 53"/>
            <p:cNvSpPr/>
            <p:nvPr/>
          </p:nvSpPr>
          <p:spPr>
            <a:xfrm>
              <a:off x="6696012" y="4421352"/>
              <a:ext cx="1270130" cy="425670"/>
            </a:xfrm>
            <a:prstGeom prst="roundRect">
              <a:avLst>
                <a:gd name="adj" fmla="val 13982"/>
              </a:avLst>
            </a:prstGeom>
            <a:solidFill>
              <a:srgbClr val="EAD6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/>
            </a:p>
          </p:txBody>
        </p:sp>
        <p:sp>
          <p:nvSpPr>
            <p:cNvPr id="55" name="文字方塊 13"/>
            <p:cNvSpPr txBox="1"/>
            <p:nvPr/>
          </p:nvSpPr>
          <p:spPr>
            <a:xfrm>
              <a:off x="6716632" y="4495687"/>
              <a:ext cx="1228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sz="1200" b="1" dirty="0" smtClean="0">
                  <a:solidFill>
                    <a:schemeClr val="bg1"/>
                  </a:solidFill>
                </a:rPr>
                <a:t>READ MORE</a:t>
              </a:r>
              <a:endParaRPr lang="zh-TW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5810243" y="4340981"/>
            <a:ext cx="543214" cy="553396"/>
          </a:xfrm>
          <a:prstGeom prst="rect">
            <a:avLst/>
          </a:prstGeom>
          <a:solidFill>
            <a:srgbClr val="EAD6BD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810243" y="4897807"/>
            <a:ext cx="543214" cy="553396"/>
          </a:xfrm>
          <a:prstGeom prst="rect">
            <a:avLst/>
          </a:prstGeom>
          <a:solidFill>
            <a:srgbClr val="BD8E62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815788" y="5458778"/>
            <a:ext cx="537669" cy="582614"/>
          </a:xfrm>
          <a:prstGeom prst="rect">
            <a:avLst/>
          </a:prstGeom>
          <a:solidFill>
            <a:srgbClr val="A46843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823724" y="916025"/>
            <a:ext cx="543214" cy="553396"/>
          </a:xfrm>
          <a:prstGeom prst="rect">
            <a:avLst/>
          </a:prstGeom>
          <a:solidFill>
            <a:srgbClr val="EAD6BD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316246" y="903403"/>
            <a:ext cx="543214" cy="553396"/>
          </a:xfrm>
          <a:prstGeom prst="rect">
            <a:avLst/>
          </a:prstGeom>
          <a:solidFill>
            <a:srgbClr val="BD8E62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0808769" y="916025"/>
            <a:ext cx="543214" cy="553396"/>
          </a:xfrm>
          <a:prstGeom prst="rect">
            <a:avLst/>
          </a:prstGeom>
          <a:solidFill>
            <a:srgbClr val="A46843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859460" y="853947"/>
            <a:ext cx="868993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R:189 </a:t>
            </a:r>
            <a:r>
              <a:rPr lang="en-US" altLang="zh-TW" sz="1200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G:142</a:t>
            </a:r>
          </a:p>
          <a:p>
            <a:r>
              <a:rPr lang="en-US" altLang="zh-TW" sz="1200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B:98</a:t>
            </a:r>
            <a:endParaRPr lang="zh-TW" altLang="en-US" sz="1200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363774" y="869557"/>
            <a:ext cx="868993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R:234 </a:t>
            </a:r>
            <a:r>
              <a:rPr lang="en-US" altLang="zh-TW" sz="1200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G:214</a:t>
            </a:r>
          </a:p>
          <a:p>
            <a:r>
              <a:rPr lang="en-US" altLang="zh-TW" sz="1200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B:189</a:t>
            </a:r>
            <a:endParaRPr lang="zh-TW" altLang="en-US" sz="1200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1345127" y="869556"/>
            <a:ext cx="868993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R:164 </a:t>
            </a:r>
            <a:endParaRPr lang="en-US" altLang="zh-TW" sz="1200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r>
              <a:rPr lang="en-US" altLang="zh-TW" sz="1200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G:104</a:t>
            </a:r>
          </a:p>
          <a:p>
            <a:r>
              <a:rPr lang="en-US" altLang="zh-TW" sz="1200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B:67</a:t>
            </a:r>
            <a:endParaRPr lang="zh-TW" altLang="en-US" sz="1200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1028" name="Picture 4" descr="六國麵包坊「新早餐計畫：買咖啡送麵包」用美味麵包開啟美好的一天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855" y="916025"/>
            <a:ext cx="1924717" cy="135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3828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10958</TotalTime>
  <Words>100</Words>
  <Application>Microsoft Office PowerPoint</Application>
  <PresentationFormat>寬螢幕</PresentationFormat>
  <Paragraphs>42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Helvetica Neue</vt:lpstr>
      <vt:lpstr>Microsoft JhengHei</vt:lpstr>
      <vt:lpstr>Microsoft JhengHei</vt:lpstr>
      <vt:lpstr>新細明體</vt:lpstr>
      <vt:lpstr>Arial</vt:lpstr>
      <vt:lpstr>Calibri</vt:lpstr>
      <vt:lpstr>1_Default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前端初體驗</dc:title>
  <dc:creator>鄭芸茜</dc:creator>
  <cp:lastModifiedBy>cjv</cp:lastModifiedBy>
  <cp:revision>305</cp:revision>
  <cp:lastPrinted>2016-03-22T12:36:26Z</cp:lastPrinted>
  <dcterms:created xsi:type="dcterms:W3CDTF">2016-02-29T10:35:09Z</dcterms:created>
  <dcterms:modified xsi:type="dcterms:W3CDTF">2020-04-20T18:16:30Z</dcterms:modified>
</cp:coreProperties>
</file>